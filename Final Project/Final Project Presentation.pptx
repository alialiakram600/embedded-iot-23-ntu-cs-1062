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358B-D5DA-5710-2B25-4CDA35953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3E0F3-7E3B-B564-9423-50403C2AE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EF514-2037-2C35-5FA7-4BCA0392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51A58-E466-2F9D-BBB3-22B86C4F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55C6C-6C68-8681-B58A-CFB00FDA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05C7-1E3B-7A7F-F0FC-DF4DF18C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6C5CD-8DB5-9AF8-0A01-7AEC0183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CEAF-2028-984B-053F-293574AD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0577-7B5C-5ADE-532D-60247ADE7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92F1F-C21E-C894-ECC1-CFB17B36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5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73D3-F352-A961-2281-38AF28829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10D62-EF0E-441E-F054-C67F37CD9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119B5-04E1-9956-F97A-E2A76036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8CFA2-5BCC-5415-4AB7-2EE67055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93EF8-9C81-97CC-77B2-38E2F76B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2C1E-E802-FBCE-D50B-EF6F1F607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ECE15-BFDA-ADC3-8F0E-DEC84E234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F161A-9B27-35BF-23D7-61A410DF1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EDCF4-845E-4D2B-908A-6CAC68BF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94FDA-DD38-D058-ED61-F59D6797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A863F-AE46-E751-D621-DFFCE77E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9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F844-FBCA-1DC8-EFD1-79F2BC77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55C66-CB54-1FE4-F651-9BA60563F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E94A1-F443-0820-37A4-39514659E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C36C3-CDF5-0437-E8B2-1AAFCB1BB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E965A-B3FC-44F5-9D89-0023646B0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F33DAE-B79F-D594-96A7-78265D52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FB3D56-9332-FAE5-8C78-644C8463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444F8-2575-F0C7-80AA-0186FB81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60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68E0-A280-5E9B-A869-FD2C46DF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75BC1-9B6C-B355-AD2C-E6B02281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EB7DD-8CFD-EA33-1FB6-964CE467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AD176-5E92-8B1F-FB5C-7D3B41EB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2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E82CA-4BB3-D5A0-3C4A-4564D99F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7933F-1381-4676-635C-324B718B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830BD-4D08-878F-8358-5C26BCA0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0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F76B-9028-F708-5AF7-A32D9F6F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90DB4-0F91-2161-DD41-78C2B9528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AE79F-8FCB-C44B-0D84-2646F7549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6C188-7C5E-B0FD-056D-7573F788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4CB4D-2F41-6B4D-AC6E-524E5A86C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23E56-9D53-ED9B-4592-4D3ABA17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4262-BB9E-BCD4-5FFD-3FC1C8CC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F6560-709F-A40A-8FB3-66240AF51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FC885-9632-A25F-A96A-22A2A5C3E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8EAC6-F905-AAA0-5AAE-01007D93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06261-F737-1521-431E-720F4A48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11333-F77C-0EBE-3043-5216459F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80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C3C5-C544-045B-7AFB-E4CDA963D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A104B-7C91-5AAA-C67E-1EAF0EB58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14613-90B9-63FC-4834-E11AA00A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F67B-77B9-544C-B2F7-1875F42B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FD29B-B051-66AF-994F-CA098C3A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4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5F76D-B5C2-2C0C-3BE9-6D8FD8BBD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4B6E5-5EC0-16C7-3BBA-F31A6D368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11AD-EA2D-98E3-02E5-08ACD38F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29F0F-B7E1-CB78-5300-5CE7AE30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382D5-446F-E389-BE87-FE9AF61B4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9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2FE2A-CDC1-0A4F-5319-F1CFEF62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FBC32-B924-F67F-F264-9ADC64920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938-739C-A91A-5537-34A9C3FE9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22D49-A57E-4287-8A98-814F32524FE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CCE45-77F5-75AB-DD96-D6AA1C6CC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CC28F-6D89-664B-90AF-4A7B78801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1A785-21FE-4F62-971D-B8B314ADB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9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C1FC-B781-B049-9751-65E9C3A2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" y="1"/>
            <a:ext cx="12180182" cy="712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6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BBB1D-BEEC-3C4D-4684-BC5A0AF6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7" y="0"/>
            <a:ext cx="1216182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6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EF1901-A858-0B0A-3790-C779FF9BB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7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B3E55-D45B-5FCB-BCBB-8C9157E6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4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6C682-6E3E-56C5-4770-4FAB269C0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1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A0AD9B-A302-FD36-6AE5-D9CDBA16D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1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4F21B-02C4-D042-D928-C531B9AC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1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E7808-5BAB-5A07-14E7-7B1DA6F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9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34E99-C928-EC5F-BC33-D1F1247C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55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C115E-62F9-D85F-994E-C5A6D6418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77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96DD94-5101-E128-B948-0DB00999E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56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68698-CACB-D8DA-A56B-38C6BDD26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3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E9F2B-4E1F-77CC-3F4A-6A34DCACE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5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191897-F18E-7390-94C4-2D0ED519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AEBBB-8E45-342A-9170-D94656C7C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10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23-NTU-CS-FL-1062</dc:creator>
  <cp:lastModifiedBy>23-NTU-CS-FL-1062</cp:lastModifiedBy>
  <cp:revision>1</cp:revision>
  <dcterms:created xsi:type="dcterms:W3CDTF">2026-01-06T07:51:02Z</dcterms:created>
  <dcterms:modified xsi:type="dcterms:W3CDTF">2026-01-06T08:05:32Z</dcterms:modified>
</cp:coreProperties>
</file>